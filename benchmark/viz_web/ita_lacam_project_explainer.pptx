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ITA-LaCAM 与 Carrier-LaCAM：动态 Goal、Dependency、Task</dc:title>
  <dc:subject>One physical LaCAM tree with per-node assignment guidance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